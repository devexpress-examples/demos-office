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</p:sldMasterIdLst>
  <p:notesMasterIdLst>
    <p:notesMasterId r:id="rId8"/>
  </p:notesMasterIdLst>
  <p:sldIdLst>
    <p:sldId id="271" r:id="rId5"/>
    <p:sldId id="272" r:id="rId6"/>
    <p:sldId id="279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03C"/>
    <a:srgbClr val="E6E3DA"/>
    <a:srgbClr val="E7E4D6"/>
    <a:srgbClr val="D9D1BF"/>
    <a:srgbClr val="E6DDC8"/>
    <a:srgbClr val="F0ECDA"/>
    <a:srgbClr val="E4E4E4"/>
    <a:srgbClr val="CCE2DD"/>
    <a:srgbClr val="26423D"/>
    <a:srgbClr val="3E52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97A5C-04BA-48DC-B512-2EAB7558CB8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A046B9-D4E7-4231-8181-A04B42F44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85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AF19B-2B82-BA22-CC9B-F8F26E259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5F3B3-3490-A55D-FE66-3BA0AF55C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400A3-8C41-9E42-5A12-617BD9AB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8231-2462-4509-8B56-66F859EBD9A6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669FF-6FC5-D9DD-1C11-F8ED801C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75D0D-15B4-09CE-D911-F1666884C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5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07529-051B-0391-0831-2624F4A23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2A3D-FDEC-119F-1014-F0D2D32C4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26A6C-22D5-2276-BF35-F978786A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0FED-E005-4885-A69D-BC6C1D8A7D0A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7D9C3-1763-7EF8-715E-79D44466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342B8-C0AC-D658-96F4-B32B88CD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1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7B5B-FCC7-69DF-F1D9-DDAE578A0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10DF0-D6A9-8E9F-74D4-C09067E68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B8333-E8E0-FF8F-8856-37F2F9D6B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D54CD-66D3-497F-AFA6-29A3AA13F8C1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51AFF-7216-7DBE-FDF6-C0AE9E3C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38769-3783-1877-FD42-17DFC33C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A020E-8A36-EAB6-9862-D075C965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51870-945F-FA49-FDA6-904FF1C0E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D204D-6B3E-D991-B4FE-592EE9068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A754D-0171-8E8E-474B-DAEB18BDB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09F6B-5AD7-40A6-A008-3986B9326390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5ACFF-46CA-705B-BD11-1F1DAD3A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E8B1E-6ECA-1DBA-2290-5E17FAC82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9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2D36-7845-3913-F575-2CB2030BF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E96B8-C767-5CB8-24E5-018797E98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01578-B540-1044-6F58-860C1F978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EED27F-FBF8-487C-132B-575CE3D2E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8C852-8F12-468E-E3D6-57A61A2B03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9924E4-045B-EF5C-3A59-189F9D58E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D2E6-2D6A-48CD-A82F-EA586E76916B}" type="datetime1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4AA000-0F63-993D-9E71-D400A2AAA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7B0E1-018A-BBCF-58C7-923D1621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6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B8DCB-2C29-2C21-9776-CB1D6867A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CAB7C-D2B5-2A37-D648-F34B4A24A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9365-270F-4F59-A787-0D46FCB37576}" type="datetime1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1D513-059A-B0BD-B150-EC1895EFC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B328A-7A6C-314E-597A-0089E0FA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8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1A4991-762F-559C-96BA-9CA362EF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15252" y="9254665"/>
            <a:ext cx="10401300" cy="547688"/>
          </a:xfrm>
        </p:spPr>
        <p:txBody>
          <a:bodyPr/>
          <a:lstStyle>
            <a:lvl1pPr algn="r">
              <a:defRPr sz="2000" i="1" u="sng" baseline="0">
                <a:solidFill>
                  <a:srgbClr val="3E524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Your Dream Home Awaits - www.northwind.com</a:t>
            </a:r>
          </a:p>
        </p:txBody>
      </p:sp>
    </p:spTree>
    <p:extLst>
      <p:ext uri="{BB962C8B-B14F-4D97-AF65-F5344CB8AC3E}">
        <p14:creationId xmlns:p14="http://schemas.microsoft.com/office/powerpoint/2010/main" val="400737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F4D01-709B-AA40-6B74-E2CABC695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BC8CF-A265-41D3-E51A-7D58409F4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38068-0262-D7C6-8030-41F5F593C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07D97-A7E6-82EA-8C51-0377CE2E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827A-171A-48AE-85F1-3C30B0F8DC8E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D980F-5D67-8765-9F72-8A7DC854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6FB98-2ABC-9833-F793-DBF841EE9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13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2F27-28E5-20F2-1777-24F64FCDC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B5BE46-56AA-F810-C962-005503747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F299F-3669-92F3-9070-F02935406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60264-0EAB-3E43-760C-0D69D9DC3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045D-2F69-484E-835D-CE480FBA2F9D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C6959-C5EF-956D-01C7-2E58B545D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D3D97-7306-D404-E048-DBD801E3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1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D0F1C-152D-DE8F-935A-F5D2F9142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835E7-5E9A-EBFA-CC74-8353D0E21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3C9D8-B4F1-D1D3-9165-1E2C0C2E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20D7-CE60-46A4-8A7F-FFE957B752D0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7CF3C-3959-C183-D5B1-83EDA552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28471-A2B9-BA8E-9260-879382FAD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8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455E39-058A-28F0-E7CD-B5F1DED8B0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36AB6-CD74-886A-62F6-54C0EB6C5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E8036-44CC-6F35-4E11-EFF0445B4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50AA-2BDB-4244-8C82-941EBA4BF261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8C9D-CFD6-95AE-965E-A81E2823B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16AB1-1F46-EE09-9B9A-D32DA58F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CACEBE-5ADA-7B98-B781-1180CDD9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A3C52-E3DE-5398-A341-DE60F4F68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0CFC2-391D-A6C0-7AAE-9FD928F31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B01282-015F-48C2-B66F-5249E1004D52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3509E-7DCF-ECD6-EC9F-8859C5444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80B9F-A3AF-8B84-523F-D9800EB0C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3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09775" y="2486025"/>
            <a:ext cx="14306550" cy="265747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9869"/>
              </a:lnSpc>
            </a:pPr>
            <a:r>
              <a:rPr lang="en-US" sz="7000" b="1" u="none" dirty="0">
                <a:solidFill>
                  <a:srgbClr val="FFFFFF"/>
                </a:solidFill>
                <a:latin typeface="Arial"/>
                <a:ea typeface="Canva Sans Bold"/>
                <a:cs typeface="Arial"/>
                <a:sym typeface="Canva Sans Bold"/>
              </a:rPr>
              <a:t>North Wind</a:t>
            </a:r>
            <a:endParaRPr lang="en-US" sz="7000" b="1" u="none" dirty="0">
              <a:solidFill>
                <a:srgbClr val="FFFFFF"/>
              </a:solidFill>
              <a:latin typeface="Arial"/>
              <a:ea typeface="Canva Sans Bold"/>
              <a:cs typeface="Arial"/>
            </a:endParaRPr>
          </a:p>
          <a:p>
            <a:pPr algn="ctr">
              <a:lnSpc>
                <a:spcPts val="9869"/>
              </a:lnSpc>
            </a:pPr>
            <a:r>
              <a:rPr lang="en-US" sz="7000" b="1" u="none" dirty="0">
                <a:solidFill>
                  <a:srgbClr val="FFFFFF"/>
                </a:solidFill>
                <a:latin typeface="Arial"/>
                <a:ea typeface="Canva Sans Bold"/>
                <a:cs typeface="Arial"/>
                <a:sym typeface="Canva Sans Bold"/>
              </a:rPr>
              <a:t>Real Estate Agency</a:t>
            </a:r>
            <a:endParaRPr lang="en-US" sz="7000" b="1" u="none" dirty="0">
              <a:solidFill>
                <a:srgbClr val="FFFFFF"/>
              </a:solidFill>
              <a:latin typeface="Arial"/>
              <a:ea typeface="Canva Sans Bold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017109" y="5851071"/>
            <a:ext cx="14306550" cy="91139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5355"/>
              </a:lnSpc>
            </a:pPr>
            <a:r>
              <a:rPr lang="en-US" sz="3825" u="none" dirty="0">
                <a:solidFill>
                  <a:srgbClr val="FFFFFF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Finding a Perfect Property Has Never Been Easier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CDE6B105-D286-F926-07B6-92439A4CC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32391" y="346350"/>
            <a:ext cx="2276140" cy="1463233"/>
          </a:xfrm>
          <a:prstGeom prst="rect">
            <a:avLst/>
          </a:prstGeom>
        </p:spPr>
      </p:pic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79E76FC6-B50C-9F2A-F7FF-E118FD45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Dream Home Awaits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3" descr="added image">
            <a:extLst>
              <a:ext uri="{FF2B5EF4-FFF2-40B4-BE49-F238E27FC236}">
                <a16:creationId xmlns:a16="http://schemas.microsoft.com/office/drawing/2014/main" id="{2267A9AC-9262-3472-FAB2-95C9CF3BD25C}"/>
              </a:ext>
            </a:extLst>
          </p:cNvPr>
          <p:cNvSpPr/>
          <p:nvPr/>
        </p:nvSpPr>
        <p:spPr>
          <a:xfrm>
            <a:off x="14624217" y="-1"/>
            <a:ext cx="3663208" cy="10290827"/>
          </a:xfrm>
          <a:custGeom>
            <a:avLst/>
            <a:gdLst/>
            <a:ahLst/>
            <a:cxnLst/>
            <a:rect l="l" t="t" r="r" b="b"/>
            <a:pathLst>
              <a:path w="7858125" h="6115050">
                <a:moveTo>
                  <a:pt x="0" y="0"/>
                </a:moveTo>
                <a:lnTo>
                  <a:pt x="7858125" y="0"/>
                </a:lnTo>
                <a:lnTo>
                  <a:pt x="7858125" y="6115050"/>
                </a:lnTo>
                <a:lnTo>
                  <a:pt x="0" y="6115050"/>
                </a:lnTo>
                <a:lnTo>
                  <a:pt x="0" y="0"/>
                </a:lnTo>
                <a:close/>
              </a:path>
            </a:pathLst>
          </a:custGeom>
          <a:solidFill>
            <a:srgbClr val="E4E4E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reeform 3" descr="added image"/>
          <p:cNvSpPr/>
          <p:nvPr/>
        </p:nvSpPr>
        <p:spPr>
          <a:xfrm>
            <a:off x="9409580" y="2088776"/>
            <a:ext cx="7858125" cy="6115050"/>
          </a:xfrm>
          <a:custGeom>
            <a:avLst/>
            <a:gdLst/>
            <a:ahLst/>
            <a:cxnLst/>
            <a:rect l="l" t="t" r="r" b="b"/>
            <a:pathLst>
              <a:path w="7858125" h="6115050">
                <a:moveTo>
                  <a:pt x="0" y="0"/>
                </a:moveTo>
                <a:lnTo>
                  <a:pt x="7858125" y="0"/>
                </a:lnTo>
                <a:lnTo>
                  <a:pt x="7858125" y="6115050"/>
                </a:lnTo>
                <a:lnTo>
                  <a:pt x="0" y="6115050"/>
                </a:lnTo>
                <a:lnTo>
                  <a:pt x="0" y="0"/>
                </a:lnTo>
                <a:close/>
              </a:path>
            </a:pathLst>
          </a:custGeom>
          <a:solidFill>
            <a:srgbClr val="26423D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157010" y="3198718"/>
            <a:ext cx="6367743" cy="1141269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7559"/>
              </a:lnSpc>
            </a:pPr>
            <a:r>
              <a:rPr lang="en-US" sz="5400" b="1" u="none" dirty="0">
                <a:solidFill>
                  <a:srgbClr val="FFFFFF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About 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7901" y="4541183"/>
            <a:ext cx="6364382" cy="2705777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5040"/>
              </a:lnSpc>
            </a:pPr>
            <a:r>
              <a:rPr lang="en-US" sz="3400" u="none" dirty="0">
                <a:solidFill>
                  <a:schemeClr val="bg1"/>
                </a:solidFill>
                <a:latin typeface="Arial"/>
                <a:ea typeface="Canva Sans Bold"/>
                <a:cs typeface="Arial"/>
                <a:sym typeface="Canva Sans Bold"/>
              </a:rPr>
              <a:t>At North Wind, </a:t>
            </a:r>
            <a:br>
              <a:rPr lang="en-US" sz="3400" u="none" dirty="0">
                <a:solidFill>
                  <a:schemeClr val="bg1"/>
                </a:solidFill>
                <a:latin typeface="Arial"/>
                <a:ea typeface="Canva Sans Bold"/>
                <a:cs typeface="Arial"/>
                <a:sym typeface="Canva Sans Bold"/>
              </a:rPr>
            </a:br>
            <a:r>
              <a:rPr lang="en-US" sz="3400" u="none" dirty="0">
                <a:solidFill>
                  <a:schemeClr val="bg1"/>
                </a:solidFill>
                <a:latin typeface="Arial"/>
                <a:ea typeface="Canva Sans Bold"/>
                <a:cs typeface="Arial"/>
                <a:sym typeface="Canva Sans Bold"/>
              </a:rPr>
              <a:t>we specialize in helping families, investors, and individuals find their dream properties.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2050" y="3650090"/>
            <a:ext cx="8551208" cy="3414734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marL="457200" indent="-457200" algn="l">
              <a:lnSpc>
                <a:spcPct val="200000"/>
              </a:lnSpc>
              <a:buClr>
                <a:srgbClr val="3E5244"/>
              </a:buClr>
              <a:buFont typeface="Wingdings" panose="05000000000000000000" pitchFamily="2" charset="2"/>
              <a:buChar char="§"/>
            </a:pPr>
            <a:r>
              <a:rPr lang="en-US" sz="3400" u="none" dirty="0">
                <a:solidFill>
                  <a:srgbClr val="000000"/>
                </a:solidFill>
                <a:latin typeface="Arial"/>
                <a:ea typeface="Canva Sans Bold"/>
                <a:cs typeface="Arial"/>
                <a:sym typeface="Canva Sans Bold"/>
              </a:rPr>
              <a:t>Full-service real estate agency</a:t>
            </a:r>
            <a:endParaRPr lang="en-US" sz="3400" u="none" dirty="0">
              <a:solidFill>
                <a:srgbClr val="000000"/>
              </a:solidFill>
              <a:latin typeface="Arial"/>
              <a:ea typeface="Canva Sans Bold"/>
              <a:cs typeface="Arial"/>
            </a:endParaRPr>
          </a:p>
          <a:p>
            <a:pPr marL="457200" indent="-457200" algn="l">
              <a:lnSpc>
                <a:spcPct val="200000"/>
              </a:lnSpc>
              <a:buClr>
                <a:srgbClr val="3E5244"/>
              </a:buClr>
              <a:buFont typeface="Wingdings" panose="05000000000000000000" pitchFamily="2" charset="2"/>
              <a:buChar char="§"/>
            </a:pPr>
            <a:r>
              <a:rPr lang="en-US" sz="3400" dirty="0">
                <a:solidFill>
                  <a:srgbClr val="000000"/>
                </a:solidFill>
                <a:latin typeface="Arial"/>
                <a:ea typeface="Canva Sans Bold"/>
                <a:cs typeface="Arial"/>
                <a:sym typeface="Canva Sans Bold"/>
              </a:rPr>
              <a:t>Local market expertise</a:t>
            </a:r>
            <a:endParaRPr lang="en-US" sz="3400" dirty="0">
              <a:solidFill>
                <a:srgbClr val="000000"/>
              </a:solidFill>
              <a:latin typeface="Arial"/>
              <a:ea typeface="Canva Sans Bold"/>
              <a:cs typeface="Arial"/>
            </a:endParaRPr>
          </a:p>
          <a:p>
            <a:pPr marL="457200" indent="-457200" algn="l">
              <a:lnSpc>
                <a:spcPct val="200000"/>
              </a:lnSpc>
              <a:buClr>
                <a:srgbClr val="3E5244"/>
              </a:buClr>
              <a:buFont typeface="Wingdings" panose="05000000000000000000" pitchFamily="2" charset="2"/>
              <a:buChar char="§"/>
            </a:pPr>
            <a:r>
              <a:rPr lang="en-US" sz="3400" dirty="0">
                <a:solidFill>
                  <a:srgbClr val="000000"/>
                </a:solidFill>
                <a:latin typeface="Arial"/>
                <a:ea typeface="Canva Sans Bold"/>
                <a:cs typeface="Arial"/>
                <a:sym typeface="Canva Sans Bold"/>
              </a:rPr>
              <a:t>Residential &amp; commercial </a:t>
            </a:r>
            <a:endParaRPr lang="en-US" sz="3400" u="none" dirty="0">
              <a:solidFill>
                <a:srgbClr val="000000"/>
              </a:solidFill>
              <a:latin typeface="Arial"/>
              <a:ea typeface="Canva Sans Bold"/>
              <a:cs typeface="Arial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6947CFA-55E0-A3D8-6EA8-F69530086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6423D"/>
                </a:solidFill>
                <a:latin typeface="Arial"/>
                <a:cs typeface="Arial"/>
              </a:rPr>
              <a:t>Your Dream Home Awaits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9D883-3F66-C297-DC14-329738458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3" descr="added image">
            <a:extLst>
              <a:ext uri="{FF2B5EF4-FFF2-40B4-BE49-F238E27FC236}">
                <a16:creationId xmlns:a16="http://schemas.microsoft.com/office/drawing/2014/main" id="{AA2DF49F-7698-8D86-5B4E-9F9F1B30B695}"/>
              </a:ext>
            </a:extLst>
          </p:cNvPr>
          <p:cNvSpPr/>
          <p:nvPr/>
        </p:nvSpPr>
        <p:spPr>
          <a:xfrm>
            <a:off x="8950255" y="-1"/>
            <a:ext cx="9336440" cy="10291082"/>
          </a:xfrm>
          <a:custGeom>
            <a:avLst/>
            <a:gdLst/>
            <a:ahLst/>
            <a:cxnLst/>
            <a:rect l="l" t="t" r="r" b="b"/>
            <a:pathLst>
              <a:path w="7858125" h="6115050">
                <a:moveTo>
                  <a:pt x="0" y="0"/>
                </a:moveTo>
                <a:lnTo>
                  <a:pt x="7858125" y="0"/>
                </a:lnTo>
                <a:lnTo>
                  <a:pt x="7858125" y="6115050"/>
                </a:lnTo>
                <a:lnTo>
                  <a:pt x="0" y="6115050"/>
                </a:lnTo>
                <a:lnTo>
                  <a:pt x="0" y="0"/>
                </a:lnTo>
                <a:close/>
              </a:path>
            </a:pathLst>
          </a:custGeom>
          <a:solidFill>
            <a:srgbClr val="26403C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68DC03B-16EB-FFFB-62B1-977F985D4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Your Dream Home Awaits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6424251-B416-3FC5-A8D4-35954587BDCE}"/>
              </a:ext>
            </a:extLst>
          </p:cNvPr>
          <p:cNvSpPr txBox="1"/>
          <p:nvPr/>
        </p:nvSpPr>
        <p:spPr>
          <a:xfrm>
            <a:off x="10144125" y="1709057"/>
            <a:ext cx="6000750" cy="1129677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8189"/>
              </a:lnSpc>
            </a:pPr>
            <a:r>
              <a:rPr lang="en-US" sz="5850" b="1" u="none" dirty="0">
                <a:solidFill>
                  <a:srgbClr val="FFFFFF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Our Services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EB471C3-BFA2-0B52-8487-2857EB53C059}"/>
              </a:ext>
            </a:extLst>
          </p:cNvPr>
          <p:cNvSpPr txBox="1"/>
          <p:nvPr/>
        </p:nvSpPr>
        <p:spPr>
          <a:xfrm>
            <a:off x="10141527" y="3228975"/>
            <a:ext cx="6610350" cy="1206547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990"/>
              </a:lnSpc>
            </a:pPr>
            <a:r>
              <a:rPr lang="en-US" sz="2800" u="none" dirty="0">
                <a:solidFill>
                  <a:srgbClr val="FFFFFF"/>
                </a:solidFill>
                <a:latin typeface="Arial"/>
                <a:ea typeface="Canva Sans"/>
                <a:cs typeface="Arial"/>
                <a:sym typeface="Canva Sans"/>
              </a:rPr>
              <a:t>We provide top-notch real estate services tailored to your needs.</a:t>
            </a:r>
            <a:endParaRPr lang="ru-RU" dirty="0">
              <a:cs typeface="Arial" panose="020B0604020202020204"/>
            </a:endParaRPr>
          </a:p>
        </p:txBody>
      </p:sp>
      <p:pic>
        <p:nvPicPr>
          <p:cNvPr id="13" name="Picture 12" descr="A floor plan of a house&#10;&#10;AI-generated content may be incorrect.">
            <a:extLst>
              <a:ext uri="{FF2B5EF4-FFF2-40B4-BE49-F238E27FC236}">
                <a16:creationId xmlns:a16="http://schemas.microsoft.com/office/drawing/2014/main" id="{226027F1-B358-60AA-318C-BE49BB49DB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6" r="30126" b="6"/>
          <a:stretch>
            <a:fillRect/>
          </a:stretch>
        </p:blipFill>
        <p:spPr>
          <a:xfrm>
            <a:off x="627847" y="802995"/>
            <a:ext cx="7571532" cy="868503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BA253483-7E6D-EE1E-161D-6C6553B443BF}"/>
              </a:ext>
            </a:extLst>
          </p:cNvPr>
          <p:cNvSpPr txBox="1"/>
          <p:nvPr/>
        </p:nvSpPr>
        <p:spPr>
          <a:xfrm>
            <a:off x="10132868" y="4780684"/>
            <a:ext cx="6953250" cy="3346558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Residential Sales and Rentals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Commercial Property Services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Property Management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Investment Advisory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Legal and Financial Assistance</a:t>
            </a:r>
          </a:p>
        </p:txBody>
      </p:sp>
    </p:spTree>
    <p:extLst>
      <p:ext uri="{BB962C8B-B14F-4D97-AF65-F5344CB8AC3E}">
        <p14:creationId xmlns:p14="http://schemas.microsoft.com/office/powerpoint/2010/main" val="84313686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1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2A4F1C"/>
      </a:accent1>
      <a:accent2>
        <a:srgbClr val="678A26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DBFD1EB3810349A9B4BCA85631D1F1" ma:contentTypeVersion="18" ma:contentTypeDescription="Create a new document." ma:contentTypeScope="" ma:versionID="2b0728669773e8667927e56c57c26b0b">
  <xsd:schema xmlns:xsd="http://www.w3.org/2001/XMLSchema" xmlns:xs="http://www.w3.org/2001/XMLSchema" xmlns:p="http://schemas.microsoft.com/office/2006/metadata/properties" xmlns:ns3="2e8f5ba5-0919-4a18-9506-6ba1469d91ca" xmlns:ns4="9e962946-6961-4e21-9ebb-cad52190cc2b" targetNamespace="http://schemas.microsoft.com/office/2006/metadata/properties" ma:root="true" ma:fieldsID="c06223713c570b7501485e790df89867" ns3:_="" ns4:_="">
    <xsd:import namespace="2e8f5ba5-0919-4a18-9506-6ba1469d91ca"/>
    <xsd:import namespace="9e962946-6961-4e21-9ebb-cad52190cc2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Locatio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8f5ba5-0919-4a18-9506-6ba1469d91c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962946-6961-4e21-9ebb-cad52190c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e962946-6961-4e21-9ebb-cad52190cc2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EBAE3A-8CC5-4EFE-89E8-4B81F79B238D}">
  <ds:schemaRefs>
    <ds:schemaRef ds:uri="2e8f5ba5-0919-4a18-9506-6ba1469d91ca"/>
    <ds:schemaRef ds:uri="9e962946-6961-4e21-9ebb-cad52190cc2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924AEFC-7EAE-438D-BC72-9BE44F7FE34E}">
  <ds:schemaRefs>
    <ds:schemaRef ds:uri="2e8f5ba5-0919-4a18-9506-6ba1469d91ca"/>
    <ds:schemaRef ds:uri="http://purl.org/dc/dcmitype/"/>
    <ds:schemaRef ds:uri="9e962946-6961-4e21-9ebb-cad52190cc2b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CD1400B-CEF8-4A01-9705-95C5DCB7787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4d60396-9352-4ae8-b84c-e69244584fa4}" enabled="0" method="" siteId="{e4d60396-9352-4ae8-b84c-e69244584fa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85</Words>
  <Application>Microsoft Office PowerPoint</Application>
  <PresentationFormat>Custom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Wingdings</vt:lpstr>
      <vt:lpstr>Aptos</vt:lpstr>
      <vt:lpstr>Custom Design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Presentation</dc:title>
  <dc:creator>DevExpress</dc:creator>
  <cp:lastModifiedBy>Alexander Khromushkin</cp:lastModifiedBy>
  <cp:revision>13</cp:revision>
  <dcterms:created xsi:type="dcterms:W3CDTF">2006-08-16T00:00:00Z</dcterms:created>
  <dcterms:modified xsi:type="dcterms:W3CDTF">2026-03-05T10:05:49Z</dcterms:modified>
  <dc:identifier>DAGsM9Q93GE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0x010100D7DBFD1EB3810349A9B4BCA85631D1F1</vt:lpwstr>
  </property>
</Properties>
</file>